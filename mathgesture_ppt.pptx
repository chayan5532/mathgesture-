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3" r:id="rId4"/>
    <p:sldId id="258" r:id="rId5"/>
    <p:sldId id="259" r:id="rId6"/>
    <p:sldId id="260" r:id="rId7"/>
    <p:sldId id="261" r:id="rId8"/>
    <p:sldId id="262" r:id="rId9"/>
    <p:sldId id="263" r:id="rId10"/>
    <p:sldId id="270" r:id="rId11"/>
    <p:sldId id="264" r:id="rId12"/>
    <p:sldId id="265" r:id="rId13"/>
    <p:sldId id="267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8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apelli Lakshman" userId="bbc9c61d8eb0f04b" providerId="LiveId" clId="{7567F1FD-8A17-4855-85C0-89AC78F8B21A}"/>
    <pc:docChg chg="undo custSel addSld delSld modSld sldOrd modShowInfo">
      <pc:chgData name="Marapelli Lakshman" userId="bbc9c61d8eb0f04b" providerId="LiveId" clId="{7567F1FD-8A17-4855-85C0-89AC78F8B21A}" dt="2026-03-07T05:21:28.840" v="1134" actId="2744"/>
      <pc:docMkLst>
        <pc:docMk/>
      </pc:docMkLst>
      <pc:sldChg chg="ord">
        <pc:chgData name="Marapelli Lakshman" userId="bbc9c61d8eb0f04b" providerId="LiveId" clId="{7567F1FD-8A17-4855-85C0-89AC78F8B21A}" dt="2026-03-05T09:48:51.069" v="232"/>
        <pc:sldMkLst>
          <pc:docMk/>
          <pc:sldMk cId="1070275336" sldId="257"/>
        </pc:sldMkLst>
      </pc:sldChg>
      <pc:sldChg chg="ord">
        <pc:chgData name="Marapelli Lakshman" userId="bbc9c61d8eb0f04b" providerId="LiveId" clId="{7567F1FD-8A17-4855-85C0-89AC78F8B21A}" dt="2026-03-06T14:49:11.354" v="296"/>
        <pc:sldMkLst>
          <pc:docMk/>
          <pc:sldMk cId="2529630240" sldId="258"/>
        </pc:sldMkLst>
      </pc:sldChg>
      <pc:sldChg chg="modSp mod">
        <pc:chgData name="Marapelli Lakshman" userId="bbc9c61d8eb0f04b" providerId="LiveId" clId="{7567F1FD-8A17-4855-85C0-89AC78F8B21A}" dt="2026-03-05T08:51:06.874" v="1" actId="114"/>
        <pc:sldMkLst>
          <pc:docMk/>
          <pc:sldMk cId="1593789587" sldId="260"/>
        </pc:sldMkLst>
        <pc:spChg chg="mod">
          <ac:chgData name="Marapelli Lakshman" userId="bbc9c61d8eb0f04b" providerId="LiveId" clId="{7567F1FD-8A17-4855-85C0-89AC78F8B21A}" dt="2026-03-05T08:51:06.874" v="1" actId="114"/>
          <ac:spMkLst>
            <pc:docMk/>
            <pc:sldMk cId="1593789587" sldId="260"/>
            <ac:spMk id="4" creationId="{0ACCD5AE-CCC9-5473-E4B5-B955DF3BBF7B}"/>
          </ac:spMkLst>
        </pc:spChg>
      </pc:sldChg>
      <pc:sldChg chg="modSp mod">
        <pc:chgData name="Marapelli Lakshman" userId="bbc9c61d8eb0f04b" providerId="LiveId" clId="{7567F1FD-8A17-4855-85C0-89AC78F8B21A}" dt="2026-03-05T08:51:17.932" v="3" actId="113"/>
        <pc:sldMkLst>
          <pc:docMk/>
          <pc:sldMk cId="4055265273" sldId="261"/>
        </pc:sldMkLst>
        <pc:spChg chg="mod">
          <ac:chgData name="Marapelli Lakshman" userId="bbc9c61d8eb0f04b" providerId="LiveId" clId="{7567F1FD-8A17-4855-85C0-89AC78F8B21A}" dt="2026-03-05T08:51:17.932" v="3" actId="113"/>
          <ac:spMkLst>
            <pc:docMk/>
            <pc:sldMk cId="4055265273" sldId="261"/>
            <ac:spMk id="3" creationId="{5E478424-B0A1-9717-49D2-D88070ED9C29}"/>
          </ac:spMkLst>
        </pc:spChg>
      </pc:sldChg>
      <pc:sldChg chg="addSp delSp modSp mod">
        <pc:chgData name="Marapelli Lakshman" userId="bbc9c61d8eb0f04b" providerId="LiveId" clId="{7567F1FD-8A17-4855-85C0-89AC78F8B21A}" dt="2026-03-06T19:02:01.091" v="974" actId="1076"/>
        <pc:sldMkLst>
          <pc:docMk/>
          <pc:sldMk cId="3564165725" sldId="263"/>
        </pc:sldMkLst>
        <pc:spChg chg="mod">
          <ac:chgData name="Marapelli Lakshman" userId="bbc9c61d8eb0f04b" providerId="LiveId" clId="{7567F1FD-8A17-4855-85C0-89AC78F8B21A}" dt="2026-03-06T18:11:16.312" v="398" actId="1076"/>
          <ac:spMkLst>
            <pc:docMk/>
            <pc:sldMk cId="3564165725" sldId="263"/>
            <ac:spMk id="2" creationId="{60440FC0-7A1C-F136-F6A9-95BD519E0B71}"/>
          </ac:spMkLst>
        </pc:spChg>
        <pc:spChg chg="del mod">
          <ac:chgData name="Marapelli Lakshman" userId="bbc9c61d8eb0f04b" providerId="LiveId" clId="{7567F1FD-8A17-4855-85C0-89AC78F8B21A}" dt="2026-03-06T18:01:59.849" v="374" actId="478"/>
          <ac:spMkLst>
            <pc:docMk/>
            <pc:sldMk cId="3564165725" sldId="263"/>
            <ac:spMk id="3" creationId="{348857FE-061A-628E-25F9-05E4F818863E}"/>
          </ac:spMkLst>
        </pc:spChg>
        <pc:spChg chg="add mod">
          <ac:chgData name="Marapelli Lakshman" userId="bbc9c61d8eb0f04b" providerId="LiveId" clId="{7567F1FD-8A17-4855-85C0-89AC78F8B21A}" dt="2026-03-06T18:43:29.247" v="671" actId="1076"/>
          <ac:spMkLst>
            <pc:docMk/>
            <pc:sldMk cId="3564165725" sldId="263"/>
            <ac:spMk id="30" creationId="{5BC51845-C9AC-E041-124A-3B488680CBB8}"/>
          </ac:spMkLst>
        </pc:spChg>
        <pc:spChg chg="add mod">
          <ac:chgData name="Marapelli Lakshman" userId="bbc9c61d8eb0f04b" providerId="LiveId" clId="{7567F1FD-8A17-4855-85C0-89AC78F8B21A}" dt="2026-03-06T18:43:36.187" v="672" actId="1076"/>
          <ac:spMkLst>
            <pc:docMk/>
            <pc:sldMk cId="3564165725" sldId="263"/>
            <ac:spMk id="31" creationId="{2B97468A-C717-2C4C-631E-BCBB90BF2C90}"/>
          </ac:spMkLst>
        </pc:spChg>
        <pc:spChg chg="add mod">
          <ac:chgData name="Marapelli Lakshman" userId="bbc9c61d8eb0f04b" providerId="LiveId" clId="{7567F1FD-8A17-4855-85C0-89AC78F8B21A}" dt="2026-03-06T18:45:12.436" v="680" actId="1076"/>
          <ac:spMkLst>
            <pc:docMk/>
            <pc:sldMk cId="3564165725" sldId="263"/>
            <ac:spMk id="33" creationId="{24EBED46-131C-C4E7-4CC0-DB902F0C29FA}"/>
          </ac:spMkLst>
        </pc:spChg>
        <pc:spChg chg="add mod">
          <ac:chgData name="Marapelli Lakshman" userId="bbc9c61d8eb0f04b" providerId="LiveId" clId="{7567F1FD-8A17-4855-85C0-89AC78F8B21A}" dt="2026-03-06T18:43:44.438" v="673" actId="1076"/>
          <ac:spMkLst>
            <pc:docMk/>
            <pc:sldMk cId="3564165725" sldId="263"/>
            <ac:spMk id="34" creationId="{B5286A96-9286-4977-A362-A03ED88305E9}"/>
          </ac:spMkLst>
        </pc:spChg>
        <pc:spChg chg="add mod">
          <ac:chgData name="Marapelli Lakshman" userId="bbc9c61d8eb0f04b" providerId="LiveId" clId="{7567F1FD-8A17-4855-85C0-89AC78F8B21A}" dt="2026-03-06T18:43:50.452" v="674" actId="1076"/>
          <ac:spMkLst>
            <pc:docMk/>
            <pc:sldMk cId="3564165725" sldId="263"/>
            <ac:spMk id="35" creationId="{3A22C44E-7976-FC45-0733-1D87DFD957A3}"/>
          </ac:spMkLst>
        </pc:spChg>
        <pc:spChg chg="add del mod">
          <ac:chgData name="Marapelli Lakshman" userId="bbc9c61d8eb0f04b" providerId="LiveId" clId="{7567F1FD-8A17-4855-85C0-89AC78F8B21A}" dt="2026-03-06T18:41:25.702" v="667"/>
          <ac:spMkLst>
            <pc:docMk/>
            <pc:sldMk cId="3564165725" sldId="263"/>
            <ac:spMk id="36" creationId="{847A0CCA-13E3-82FC-8622-154A2FA38AF5}"/>
          </ac:spMkLst>
        </pc:spChg>
        <pc:spChg chg="add mod">
          <ac:chgData name="Marapelli Lakshman" userId="bbc9c61d8eb0f04b" providerId="LiveId" clId="{7567F1FD-8A17-4855-85C0-89AC78F8B21A}" dt="2026-03-06T18:49:12.009" v="716" actId="1076"/>
          <ac:spMkLst>
            <pc:docMk/>
            <pc:sldMk cId="3564165725" sldId="263"/>
            <ac:spMk id="37" creationId="{BA85D9FC-2F34-1B28-F0EC-5D2DABA38D74}"/>
          </ac:spMkLst>
        </pc:spChg>
        <pc:spChg chg="add mod">
          <ac:chgData name="Marapelli Lakshman" userId="bbc9c61d8eb0f04b" providerId="LiveId" clId="{7567F1FD-8A17-4855-85C0-89AC78F8B21A}" dt="2026-03-06T18:52:23.875" v="793" actId="1076"/>
          <ac:spMkLst>
            <pc:docMk/>
            <pc:sldMk cId="3564165725" sldId="263"/>
            <ac:spMk id="38" creationId="{30335992-C43C-700B-6E92-578B52E70D1F}"/>
          </ac:spMkLst>
        </pc:spChg>
        <pc:spChg chg="add mod">
          <ac:chgData name="Marapelli Lakshman" userId="bbc9c61d8eb0f04b" providerId="LiveId" clId="{7567F1FD-8A17-4855-85C0-89AC78F8B21A}" dt="2026-03-06T18:51:56.861" v="791" actId="1076"/>
          <ac:spMkLst>
            <pc:docMk/>
            <pc:sldMk cId="3564165725" sldId="263"/>
            <ac:spMk id="39" creationId="{56186DAC-85B8-AB59-DD01-24289F4D4ABC}"/>
          </ac:spMkLst>
        </pc:spChg>
        <pc:spChg chg="add mod">
          <ac:chgData name="Marapelli Lakshman" userId="bbc9c61d8eb0f04b" providerId="LiveId" clId="{7567F1FD-8A17-4855-85C0-89AC78F8B21A}" dt="2026-03-06T18:51:49.299" v="790" actId="1076"/>
          <ac:spMkLst>
            <pc:docMk/>
            <pc:sldMk cId="3564165725" sldId="263"/>
            <ac:spMk id="40" creationId="{E3835250-BBDE-D48A-D0BE-A001EC34EA60}"/>
          </ac:spMkLst>
        </pc:spChg>
        <pc:spChg chg="add mod">
          <ac:chgData name="Marapelli Lakshman" userId="bbc9c61d8eb0f04b" providerId="LiveId" clId="{7567F1FD-8A17-4855-85C0-89AC78F8B21A}" dt="2026-03-06T19:02:01.091" v="974" actId="1076"/>
          <ac:spMkLst>
            <pc:docMk/>
            <pc:sldMk cId="3564165725" sldId="263"/>
            <ac:spMk id="41" creationId="{835EC04F-1793-2C88-7C5B-FD9D9D88A0A6}"/>
          </ac:spMkLst>
        </pc:spChg>
        <pc:picChg chg="add del mod">
          <ac:chgData name="Marapelli Lakshman" userId="bbc9c61d8eb0f04b" providerId="LiveId" clId="{7567F1FD-8A17-4855-85C0-89AC78F8B21A}" dt="2026-03-06T18:28:51.246" v="469" actId="21"/>
          <ac:picMkLst>
            <pc:docMk/>
            <pc:sldMk cId="3564165725" sldId="263"/>
            <ac:picMk id="5" creationId="{47A9D733-0F23-6A09-3781-D285EE6CDC27}"/>
          </ac:picMkLst>
        </pc:picChg>
        <pc:picChg chg="add mod">
          <ac:chgData name="Marapelli Lakshman" userId="bbc9c61d8eb0f04b" providerId="LiveId" clId="{7567F1FD-8A17-4855-85C0-89AC78F8B21A}" dt="2026-03-06T18:40:14.044" v="653" actId="14100"/>
          <ac:picMkLst>
            <pc:docMk/>
            <pc:sldMk cId="3564165725" sldId="263"/>
            <ac:picMk id="7" creationId="{18ABB546-A49E-27A0-31F0-7DA26B727C16}"/>
          </ac:picMkLst>
        </pc:picChg>
        <pc:picChg chg="add mod">
          <ac:chgData name="Marapelli Lakshman" userId="bbc9c61d8eb0f04b" providerId="LiveId" clId="{7567F1FD-8A17-4855-85C0-89AC78F8B21A}" dt="2026-03-06T18:52:10.016" v="792" actId="14100"/>
          <ac:picMkLst>
            <pc:docMk/>
            <pc:sldMk cId="3564165725" sldId="263"/>
            <ac:picMk id="9" creationId="{A199680A-4AE9-BAE9-4149-379EE696E392}"/>
          </ac:picMkLst>
        </pc:picChg>
        <pc:picChg chg="add del mod">
          <ac:chgData name="Marapelli Lakshman" userId="bbc9c61d8eb0f04b" providerId="LiveId" clId="{7567F1FD-8A17-4855-85C0-89AC78F8B21A}" dt="2026-03-06T18:18:09.522" v="414" actId="478"/>
          <ac:picMkLst>
            <pc:docMk/>
            <pc:sldMk cId="3564165725" sldId="263"/>
            <ac:picMk id="11" creationId="{AFEDB40C-EA46-46FC-C64D-328105096CB7}"/>
          </ac:picMkLst>
        </pc:picChg>
        <pc:picChg chg="add mod">
          <ac:chgData name="Marapelli Lakshman" userId="bbc9c61d8eb0f04b" providerId="LiveId" clId="{7567F1FD-8A17-4855-85C0-89AC78F8B21A}" dt="2026-03-06T18:12:37.880" v="405" actId="931"/>
          <ac:picMkLst>
            <pc:docMk/>
            <pc:sldMk cId="3564165725" sldId="263"/>
            <ac:picMk id="13" creationId="{40BAB00C-A669-E4C6-F65E-AB2064CA3A8F}"/>
          </ac:picMkLst>
        </pc:picChg>
        <pc:picChg chg="add del mod">
          <ac:chgData name="Marapelli Lakshman" userId="bbc9c61d8eb0f04b" providerId="LiveId" clId="{7567F1FD-8A17-4855-85C0-89AC78F8B21A}" dt="2026-03-06T18:13:12.616" v="413" actId="478"/>
          <ac:picMkLst>
            <pc:docMk/>
            <pc:sldMk cId="3564165725" sldId="263"/>
            <ac:picMk id="18" creationId="{307A7D74-287C-7CF6-16AC-C58CB05A4277}"/>
          </ac:picMkLst>
        </pc:picChg>
        <pc:picChg chg="add del mod">
          <ac:chgData name="Marapelli Lakshman" userId="bbc9c61d8eb0f04b" providerId="LiveId" clId="{7567F1FD-8A17-4855-85C0-89AC78F8B21A}" dt="2026-03-06T18:20:47.039" v="439" actId="478"/>
          <ac:picMkLst>
            <pc:docMk/>
            <pc:sldMk cId="3564165725" sldId="263"/>
            <ac:picMk id="20" creationId="{F05644C1-C153-EDEA-72E3-85C16BD614D8}"/>
          </ac:picMkLst>
        </pc:picChg>
        <pc:picChg chg="add mod">
          <ac:chgData name="Marapelli Lakshman" userId="bbc9c61d8eb0f04b" providerId="LiveId" clId="{7567F1FD-8A17-4855-85C0-89AC78F8B21A}" dt="2026-03-06T18:40:55.074" v="662" actId="14100"/>
          <ac:picMkLst>
            <pc:docMk/>
            <pc:sldMk cId="3564165725" sldId="263"/>
            <ac:picMk id="22" creationId="{68AD56BF-AB1A-2FB8-AE89-622B403C986E}"/>
          </ac:picMkLst>
        </pc:picChg>
        <pc:picChg chg="add mod">
          <ac:chgData name="Marapelli Lakshman" userId="bbc9c61d8eb0f04b" providerId="LiveId" clId="{7567F1FD-8A17-4855-85C0-89AC78F8B21A}" dt="2026-03-06T18:40:44.821" v="659" actId="14100"/>
          <ac:picMkLst>
            <pc:docMk/>
            <pc:sldMk cId="3564165725" sldId="263"/>
            <ac:picMk id="24" creationId="{8E0B4EBF-0141-2154-6F14-57F61CD7757F}"/>
          </ac:picMkLst>
        </pc:picChg>
        <pc:picChg chg="add mod">
          <ac:chgData name="Marapelli Lakshman" userId="bbc9c61d8eb0f04b" providerId="LiveId" clId="{7567F1FD-8A17-4855-85C0-89AC78F8B21A}" dt="2026-03-06T18:45:06.727" v="679" actId="1076"/>
          <ac:picMkLst>
            <pc:docMk/>
            <pc:sldMk cId="3564165725" sldId="263"/>
            <ac:picMk id="26" creationId="{4B9687C2-A65E-4479-1561-A57F9DD4FBEC}"/>
          </ac:picMkLst>
        </pc:picChg>
        <pc:picChg chg="add del mod">
          <ac:chgData name="Marapelli Lakshman" userId="bbc9c61d8eb0f04b" providerId="LiveId" clId="{7567F1FD-8A17-4855-85C0-89AC78F8B21A}" dt="2026-03-06T18:28:58.787" v="471" actId="478"/>
          <ac:picMkLst>
            <pc:docMk/>
            <pc:sldMk cId="3564165725" sldId="263"/>
            <ac:picMk id="27" creationId="{47A9D733-0F23-6A09-3781-D285EE6CDC27}"/>
          </ac:picMkLst>
        </pc:picChg>
        <pc:picChg chg="add mod">
          <ac:chgData name="Marapelli Lakshman" userId="bbc9c61d8eb0f04b" providerId="LiveId" clId="{7567F1FD-8A17-4855-85C0-89AC78F8B21A}" dt="2026-03-06T18:44:40.851" v="678" actId="1076"/>
          <ac:picMkLst>
            <pc:docMk/>
            <pc:sldMk cId="3564165725" sldId="263"/>
            <ac:picMk id="29" creationId="{014A9ABC-6B31-CA52-E18A-F469626F4C54}"/>
          </ac:picMkLst>
        </pc:picChg>
        <pc:picChg chg="add del mod">
          <ac:chgData name="Marapelli Lakshman" userId="bbc9c61d8eb0f04b" providerId="LiveId" clId="{7567F1FD-8A17-4855-85C0-89AC78F8B21A}" dt="2026-03-06T18:35:40.273" v="547" actId="478"/>
          <ac:picMkLst>
            <pc:docMk/>
            <pc:sldMk cId="3564165725" sldId="263"/>
            <ac:picMk id="32" creationId="{5E92F17D-3A8F-55E3-1689-10594814A24D}"/>
          </ac:picMkLst>
        </pc:picChg>
        <pc:inkChg chg="add del">
          <ac:chgData name="Marapelli Lakshman" userId="bbc9c61d8eb0f04b" providerId="LiveId" clId="{7567F1FD-8A17-4855-85C0-89AC78F8B21A}" dt="2026-03-06T18:12:59.059" v="411" actId="9405"/>
          <ac:inkMkLst>
            <pc:docMk/>
            <pc:sldMk cId="3564165725" sldId="263"/>
            <ac:inkMk id="14" creationId="{96D454F4-D3A7-5687-DC79-8ABB9691A144}"/>
          </ac:inkMkLst>
        </pc:inkChg>
        <pc:inkChg chg="add">
          <ac:chgData name="Marapelli Lakshman" userId="bbc9c61d8eb0f04b" providerId="LiveId" clId="{7567F1FD-8A17-4855-85C0-89AC78F8B21A}" dt="2026-03-06T18:12:52.832" v="407"/>
          <ac:inkMkLst>
            <pc:docMk/>
            <pc:sldMk cId="3564165725" sldId="263"/>
            <ac:inkMk id="15" creationId="{E0DDA6D5-C850-1F36-AEC5-8AF1A8107EBC}"/>
          </ac:inkMkLst>
        </pc:inkChg>
        <pc:inkChg chg="add del">
          <ac:chgData name="Marapelli Lakshman" userId="bbc9c61d8eb0f04b" providerId="LiveId" clId="{7567F1FD-8A17-4855-85C0-89AC78F8B21A}" dt="2026-03-06T18:12:57.317" v="409" actId="9405"/>
          <ac:inkMkLst>
            <pc:docMk/>
            <pc:sldMk cId="3564165725" sldId="263"/>
            <ac:inkMk id="16" creationId="{268F96A5-B9BD-4EB5-807B-2C0D7A0648F6}"/>
          </ac:inkMkLst>
        </pc:inkChg>
      </pc:sldChg>
      <pc:sldChg chg="modSp mod">
        <pc:chgData name="Marapelli Lakshman" userId="bbc9c61d8eb0f04b" providerId="LiveId" clId="{7567F1FD-8A17-4855-85C0-89AC78F8B21A}" dt="2026-03-06T20:23:45.668" v="1132" actId="1076"/>
        <pc:sldMkLst>
          <pc:docMk/>
          <pc:sldMk cId="2574936959" sldId="264"/>
        </pc:sldMkLst>
        <pc:spChg chg="mod">
          <ac:chgData name="Marapelli Lakshman" userId="bbc9c61d8eb0f04b" providerId="LiveId" clId="{7567F1FD-8A17-4855-85C0-89AC78F8B21A}" dt="2026-03-06T20:23:45.668" v="1132" actId="1076"/>
          <ac:spMkLst>
            <pc:docMk/>
            <pc:sldMk cId="2574936959" sldId="264"/>
            <ac:spMk id="4" creationId="{308E9EB0-26DD-F401-DBB4-F47A1589D03F}"/>
          </ac:spMkLst>
        </pc:spChg>
      </pc:sldChg>
      <pc:sldChg chg="addSp delSp modSp mod">
        <pc:chgData name="Marapelli Lakshman" userId="bbc9c61d8eb0f04b" providerId="LiveId" clId="{7567F1FD-8A17-4855-85C0-89AC78F8B21A}" dt="2026-03-06T14:53:42.675" v="368" actId="20577"/>
        <pc:sldMkLst>
          <pc:docMk/>
          <pc:sldMk cId="269916782" sldId="265"/>
        </pc:sldMkLst>
        <pc:spChg chg="add mod">
          <ac:chgData name="Marapelli Lakshman" userId="bbc9c61d8eb0f04b" providerId="LiveId" clId="{7567F1FD-8A17-4855-85C0-89AC78F8B21A}" dt="2026-03-06T14:53:42.675" v="368" actId="20577"/>
          <ac:spMkLst>
            <pc:docMk/>
            <pc:sldMk cId="269916782" sldId="265"/>
            <ac:spMk id="3" creationId="{54B9869C-3CF6-0DC1-AC44-6697FCE13FA7}"/>
          </ac:spMkLst>
        </pc:spChg>
      </pc:sldChg>
      <pc:sldChg chg="modSp mod">
        <pc:chgData name="Marapelli Lakshman" userId="bbc9c61d8eb0f04b" providerId="LiveId" clId="{7567F1FD-8A17-4855-85C0-89AC78F8B21A}" dt="2026-03-05T08:53:55.939" v="117" actId="12"/>
        <pc:sldMkLst>
          <pc:docMk/>
          <pc:sldMk cId="3498309982" sldId="267"/>
        </pc:sldMkLst>
        <pc:spChg chg="mod">
          <ac:chgData name="Marapelli Lakshman" userId="bbc9c61d8eb0f04b" providerId="LiveId" clId="{7567F1FD-8A17-4855-85C0-89AC78F8B21A}" dt="2026-03-05T08:53:55.939" v="117" actId="12"/>
          <ac:spMkLst>
            <pc:docMk/>
            <pc:sldMk cId="3498309982" sldId="267"/>
            <ac:spMk id="4" creationId="{B9D45CDA-E583-CD52-69FC-2B385C8060AE}"/>
          </ac:spMkLst>
        </pc:spChg>
      </pc:sldChg>
      <pc:sldChg chg="addSp delSp modSp mod">
        <pc:chgData name="Marapelli Lakshman" userId="bbc9c61d8eb0f04b" providerId="LiveId" clId="{7567F1FD-8A17-4855-85C0-89AC78F8B21A}" dt="2026-03-06T19:26:48.772" v="1011" actId="9405"/>
        <pc:sldMkLst>
          <pc:docMk/>
          <pc:sldMk cId="3260053422" sldId="270"/>
        </pc:sldMkLst>
        <pc:spChg chg="mod">
          <ac:chgData name="Marapelli Lakshman" userId="bbc9c61d8eb0f04b" providerId="LiveId" clId="{7567F1FD-8A17-4855-85C0-89AC78F8B21A}" dt="2026-03-06T19:10:57.951" v="978" actId="1076"/>
          <ac:spMkLst>
            <pc:docMk/>
            <pc:sldMk cId="3260053422" sldId="270"/>
            <ac:spMk id="2" creationId="{B753FF19-87EF-0BDC-F9A8-F93254F4356D}"/>
          </ac:spMkLst>
        </pc:spChg>
        <pc:spChg chg="add del mod">
          <ac:chgData name="Marapelli Lakshman" userId="bbc9c61d8eb0f04b" providerId="LiveId" clId="{7567F1FD-8A17-4855-85C0-89AC78F8B21A}" dt="2026-03-06T19:10:28.588" v="975" actId="931"/>
          <ac:spMkLst>
            <pc:docMk/>
            <pc:sldMk cId="3260053422" sldId="270"/>
            <ac:spMk id="4" creationId="{EB59BB18-B930-EA6D-9699-40A722C53DF9}"/>
          </ac:spMkLst>
        </pc:spChg>
        <pc:spChg chg="add del mod">
          <ac:chgData name="Marapelli Lakshman" userId="bbc9c61d8eb0f04b" providerId="LiveId" clId="{7567F1FD-8A17-4855-85C0-89AC78F8B21A}" dt="2026-03-06T19:22:58.294" v="984" actId="931"/>
          <ac:spMkLst>
            <pc:docMk/>
            <pc:sldMk cId="3260053422" sldId="270"/>
            <ac:spMk id="7" creationId="{5CBF4FA4-DCBF-0DEB-3520-10CF378EAA8A}"/>
          </ac:spMkLst>
        </pc:spChg>
        <pc:picChg chg="add del mod">
          <ac:chgData name="Marapelli Lakshman" userId="bbc9c61d8eb0f04b" providerId="LiveId" clId="{7567F1FD-8A17-4855-85C0-89AC78F8B21A}" dt="2026-03-06T19:22:45.831" v="983" actId="478"/>
          <ac:picMkLst>
            <pc:docMk/>
            <pc:sldMk cId="3260053422" sldId="270"/>
            <ac:picMk id="5" creationId="{1E01609E-E7A6-E6D8-7A48-74564DE36ECD}"/>
          </ac:picMkLst>
        </pc:picChg>
        <pc:picChg chg="add mod">
          <ac:chgData name="Marapelli Lakshman" userId="bbc9c61d8eb0f04b" providerId="LiveId" clId="{7567F1FD-8A17-4855-85C0-89AC78F8B21A}" dt="2026-03-06T19:23:32.282" v="990" actId="1076"/>
          <ac:picMkLst>
            <pc:docMk/>
            <pc:sldMk cId="3260053422" sldId="270"/>
            <ac:picMk id="9" creationId="{1DE38524-5A99-C207-451B-560B801EAAB4}"/>
          </ac:picMkLst>
        </pc:picChg>
        <pc:inkChg chg="add del">
          <ac:chgData name="Marapelli Lakshman" userId="bbc9c61d8eb0f04b" providerId="LiveId" clId="{7567F1FD-8A17-4855-85C0-89AC78F8B21A}" dt="2026-03-06T19:23:58.991" v="992"/>
          <ac:inkMkLst>
            <pc:docMk/>
            <pc:sldMk cId="3260053422" sldId="270"/>
            <ac:inkMk id="10" creationId="{EBE00CA0-BFFB-0BAA-DD7D-3BE173563FFA}"/>
          </ac:inkMkLst>
        </pc:inkChg>
        <pc:inkChg chg="add mod">
          <ac:chgData name="Marapelli Lakshman" userId="bbc9c61d8eb0f04b" providerId="LiveId" clId="{7567F1FD-8A17-4855-85C0-89AC78F8B21A}" dt="2026-03-06T19:24:05.204" v="993"/>
          <ac:inkMkLst>
            <pc:docMk/>
            <pc:sldMk cId="3260053422" sldId="270"/>
            <ac:inkMk id="11" creationId="{3B74AF13-B56A-CA78-2C08-308855B16743}"/>
          </ac:inkMkLst>
        </pc:inkChg>
        <pc:inkChg chg="add del">
          <ac:chgData name="Marapelli Lakshman" userId="bbc9c61d8eb0f04b" providerId="LiveId" clId="{7567F1FD-8A17-4855-85C0-89AC78F8B21A}" dt="2026-03-06T19:24:18.485" v="996"/>
          <ac:inkMkLst>
            <pc:docMk/>
            <pc:sldMk cId="3260053422" sldId="270"/>
            <ac:inkMk id="12" creationId="{66E8F9AD-5FEE-0EF7-0D6F-B05C2FA974B6}"/>
          </ac:inkMkLst>
        </pc:inkChg>
        <pc:inkChg chg="add">
          <ac:chgData name="Marapelli Lakshman" userId="bbc9c61d8eb0f04b" providerId="LiveId" clId="{7567F1FD-8A17-4855-85C0-89AC78F8B21A}" dt="2026-03-06T19:24:11.598" v="995"/>
          <ac:inkMkLst>
            <pc:docMk/>
            <pc:sldMk cId="3260053422" sldId="270"/>
            <ac:inkMk id="13" creationId="{1B9F18CB-BB21-E8BB-D350-51E725CB43AF}"/>
          </ac:inkMkLst>
        </pc:inkChg>
        <pc:inkChg chg="add del">
          <ac:chgData name="Marapelli Lakshman" userId="bbc9c61d8eb0f04b" providerId="LiveId" clId="{7567F1FD-8A17-4855-85C0-89AC78F8B21A}" dt="2026-03-06T19:24:35.878" v="998" actId="9405"/>
          <ac:inkMkLst>
            <pc:docMk/>
            <pc:sldMk cId="3260053422" sldId="270"/>
            <ac:inkMk id="14" creationId="{2B186D00-FC99-ABA5-0070-56729FBEC8B8}"/>
          </ac:inkMkLst>
        </pc:inkChg>
        <pc:inkChg chg="add del">
          <ac:chgData name="Marapelli Lakshman" userId="bbc9c61d8eb0f04b" providerId="LiveId" clId="{7567F1FD-8A17-4855-85C0-89AC78F8B21A}" dt="2026-03-06T19:24:39.771" v="1000"/>
          <ac:inkMkLst>
            <pc:docMk/>
            <pc:sldMk cId="3260053422" sldId="270"/>
            <ac:inkMk id="15" creationId="{1E00FF1B-481F-0773-8CBA-C60C698B14CF}"/>
          </ac:inkMkLst>
        </pc:inkChg>
        <pc:inkChg chg="add mod">
          <ac:chgData name="Marapelli Lakshman" userId="bbc9c61d8eb0f04b" providerId="LiveId" clId="{7567F1FD-8A17-4855-85C0-89AC78F8B21A}" dt="2026-03-06T19:24:41.904" v="1001"/>
          <ac:inkMkLst>
            <pc:docMk/>
            <pc:sldMk cId="3260053422" sldId="270"/>
            <ac:inkMk id="16" creationId="{6E0FDD29-5D09-FEE1-EC55-1DABD8DA973B}"/>
          </ac:inkMkLst>
        </pc:inkChg>
        <pc:inkChg chg="add del">
          <ac:chgData name="Marapelli Lakshman" userId="bbc9c61d8eb0f04b" providerId="LiveId" clId="{7567F1FD-8A17-4855-85C0-89AC78F8B21A}" dt="2026-03-06T19:24:50.200" v="1003"/>
          <ac:inkMkLst>
            <pc:docMk/>
            <pc:sldMk cId="3260053422" sldId="270"/>
            <ac:inkMk id="17" creationId="{EC383501-28AD-613B-4E9E-328DEE69B620}"/>
          </ac:inkMkLst>
        </pc:inkChg>
        <pc:inkChg chg="add mod">
          <ac:chgData name="Marapelli Lakshman" userId="bbc9c61d8eb0f04b" providerId="LiveId" clId="{7567F1FD-8A17-4855-85C0-89AC78F8B21A}" dt="2026-03-06T19:24:52.034" v="1004"/>
          <ac:inkMkLst>
            <pc:docMk/>
            <pc:sldMk cId="3260053422" sldId="270"/>
            <ac:inkMk id="18" creationId="{E332E2ED-12DF-BC56-8D21-FBD338815585}"/>
          </ac:inkMkLst>
        </pc:inkChg>
        <pc:inkChg chg="add del">
          <ac:chgData name="Marapelli Lakshman" userId="bbc9c61d8eb0f04b" providerId="LiveId" clId="{7567F1FD-8A17-4855-85C0-89AC78F8B21A}" dt="2026-03-06T19:24:57.622" v="1006"/>
          <ac:inkMkLst>
            <pc:docMk/>
            <pc:sldMk cId="3260053422" sldId="270"/>
            <ac:inkMk id="19" creationId="{DBF2B38D-1F03-1684-927B-05EF322F4AF1}"/>
          </ac:inkMkLst>
        </pc:inkChg>
        <pc:inkChg chg="add mod">
          <ac:chgData name="Marapelli Lakshman" userId="bbc9c61d8eb0f04b" providerId="LiveId" clId="{7567F1FD-8A17-4855-85C0-89AC78F8B21A}" dt="2026-03-06T19:25:00.511" v="1007"/>
          <ac:inkMkLst>
            <pc:docMk/>
            <pc:sldMk cId="3260053422" sldId="270"/>
            <ac:inkMk id="20" creationId="{0BB60158-D77E-693F-8DF4-8FF219A2F41F}"/>
          </ac:inkMkLst>
        </pc:inkChg>
        <pc:inkChg chg="add">
          <ac:chgData name="Marapelli Lakshman" userId="bbc9c61d8eb0f04b" providerId="LiveId" clId="{7567F1FD-8A17-4855-85C0-89AC78F8B21A}" dt="2026-03-06T19:25:03.290" v="1008" actId="9405"/>
          <ac:inkMkLst>
            <pc:docMk/>
            <pc:sldMk cId="3260053422" sldId="270"/>
            <ac:inkMk id="21" creationId="{4B65995E-C0B9-F126-9755-CFF569F5FB81}"/>
          </ac:inkMkLst>
        </pc:inkChg>
        <pc:inkChg chg="add">
          <ac:chgData name="Marapelli Lakshman" userId="bbc9c61d8eb0f04b" providerId="LiveId" clId="{7567F1FD-8A17-4855-85C0-89AC78F8B21A}" dt="2026-03-06T19:25:21.255" v="1009" actId="9405"/>
          <ac:inkMkLst>
            <pc:docMk/>
            <pc:sldMk cId="3260053422" sldId="270"/>
            <ac:inkMk id="22" creationId="{1B160B33-8FD7-0111-2574-F9C885B4A8F8}"/>
          </ac:inkMkLst>
        </pc:inkChg>
        <pc:inkChg chg="add">
          <ac:chgData name="Marapelli Lakshman" userId="bbc9c61d8eb0f04b" providerId="LiveId" clId="{7567F1FD-8A17-4855-85C0-89AC78F8B21A}" dt="2026-03-06T19:26:23.129" v="1010" actId="9405"/>
          <ac:inkMkLst>
            <pc:docMk/>
            <pc:sldMk cId="3260053422" sldId="270"/>
            <ac:inkMk id="23" creationId="{16896B67-8C3E-E265-6D74-32829EEB0805}"/>
          </ac:inkMkLst>
        </pc:inkChg>
        <pc:inkChg chg="add">
          <ac:chgData name="Marapelli Lakshman" userId="bbc9c61d8eb0f04b" providerId="LiveId" clId="{7567F1FD-8A17-4855-85C0-89AC78F8B21A}" dt="2026-03-06T19:26:48.772" v="1011" actId="9405"/>
          <ac:inkMkLst>
            <pc:docMk/>
            <pc:sldMk cId="3260053422" sldId="270"/>
            <ac:inkMk id="24" creationId="{89BB5BBC-433D-AC32-9A78-DAEB063FA4AB}"/>
          </ac:inkMkLst>
        </pc:inkChg>
      </pc:sldChg>
      <pc:sldChg chg="modSp mod">
        <pc:chgData name="Marapelli Lakshman" userId="bbc9c61d8eb0f04b" providerId="LiveId" clId="{7567F1FD-8A17-4855-85C0-89AC78F8B21A}" dt="2026-03-06T20:25:59.511" v="1133" actId="207"/>
        <pc:sldMkLst>
          <pc:docMk/>
          <pc:sldMk cId="0" sldId="271"/>
        </pc:sldMkLst>
        <pc:spChg chg="mod">
          <ac:chgData name="Marapelli Lakshman" userId="bbc9c61d8eb0f04b" providerId="LiveId" clId="{7567F1FD-8A17-4855-85C0-89AC78F8B21A}" dt="2026-03-06T20:25:59.511" v="1133" actId="207"/>
          <ac:spMkLst>
            <pc:docMk/>
            <pc:sldMk cId="0" sldId="271"/>
            <ac:spMk id="117" creationId="{00000000-0000-0000-0000-000000000000}"/>
          </ac:spMkLst>
        </pc:spChg>
      </pc:sldChg>
      <pc:sldChg chg="modSp del mod">
        <pc:chgData name="Marapelli Lakshman" userId="bbc9c61d8eb0f04b" providerId="LiveId" clId="{7567F1FD-8A17-4855-85C0-89AC78F8B21A}" dt="2026-03-06T14:49:32.098" v="297" actId="47"/>
        <pc:sldMkLst>
          <pc:docMk/>
          <pc:sldMk cId="2486341198" sldId="272"/>
        </pc:sldMkLst>
      </pc:sldChg>
      <pc:sldChg chg="ord">
        <pc:chgData name="Marapelli Lakshman" userId="bbc9c61d8eb0f04b" providerId="LiveId" clId="{7567F1FD-8A17-4855-85C0-89AC78F8B21A}" dt="2026-03-05T09:48:45.803" v="230"/>
        <pc:sldMkLst>
          <pc:docMk/>
          <pc:sldMk cId="2787056971" sldId="273"/>
        </pc:sldMkLst>
      </pc:sldChg>
      <pc:sldChg chg="modSp new del mod">
        <pc:chgData name="Marapelli Lakshman" userId="bbc9c61d8eb0f04b" providerId="LiveId" clId="{7567F1FD-8A17-4855-85C0-89AC78F8B21A}" dt="2026-03-06T14:54:12.389" v="369" actId="47"/>
        <pc:sldMkLst>
          <pc:docMk/>
          <pc:sldMk cId="3918870777" sldId="274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19:23:58.99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102 325 18562,'0'12'0,"0"1"0,-1 0 0,1-1 0,0 1 0,-1-1 0,1 1 0,-1-1 0,1 0 0,-1 0 0,0-1 0,0 1 0,0-1 0,0 0 0,0 0 0,0-1 0,0 0 0,0 0 0,-1 0 0,1-1 0,0 0 0,-1-1 0,0 0 0,1 0 0,-1-1 0,1 0 0,-1-1 0,0 0 0,0 0 0,0-1 0,1 0 0,-1-1 0,0 0 0,0-1 0,0 0 0,0-1 0,0 0 0,0-1 0,0 0 0,0-1 0,0 0 0,0-1 0,0 0 0,0-1 0,0 0 0,0-1 0,0 0 0,0-1 0,0 0 0,1-1 0,-1 0 0,0-1 0,0 0 0,0 0 0,1-1 0,-1 0 0,0-1 0,1 0 0,-1 0 0,1-1 0,0 0 0,-1-1 0,1 0 0,0 0 0,0 0 0,0-1 0,0 0 0,0 0 0,0-1 0,0 1 0,0-1 0,1 0 0,-1 0 0,1-1 0,-1 1 0,1-1 0,-1 1 0,1-1 0,0 0 0,0 1 0,0-1 0,0 0 0,0 1 0,1-1 0,-1 0 0,1 1 0,-1 0 0,1-1 0,-1 1 0,1 1 0,0-1 0,0 0 0,0 1 0,0 0 0,0 1 0,0-1 0,0 1 0,0 0 0,1 1 0,-1-1 0,0 2 0,1-1 0,-1 1 0,1 0 0,0 1 0,-1 0 0,1 1 0,0 0 0,0 0 0,0 1 0,-1 0 0,1 1 0,0 1 0,0-1 0,0 2 0,0-1 0,0 2 0,0-1 0,0 2 0,0-1 0,0 2 0,0-1 0,0 2 0,0-1 0,0 2 0,0-1 0,0 2 0,0-1 0,0 1 0,-1 1 0,1 0 0,0 1 0,0 0 0,0 0 0,-1 1 0,1 0 0,-1 1 0,1 0 0,0 1 0,-1-1 0,0 2 0,1-1 0,-1 1 0,0 0 0,0 1 0,0-1 0,0 1 0,0 0 0,0 1 0,0 0 0,0-1 0,-1 1 0,1 1 0,-1-1 0,1 0 0,-1 1 0,0 0 0,1-1 0,-1 1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19:24:11.59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 9830,'1'5'184,"0"1"0,0 0 0,0 0 0,1-1-1,3 9 1,5 19 191,-9-24-244,2-1-1,-1 1 1,2 0-1,-1-1 1,1 0-1,0 1 1,0-2-1,1 1 1,7 9-1,12 19 477,-7 4-4,3 9 104,-19-47-665,0 0 0,0 0 0,1 0 0,-1 0 0,1 0 0,-1 0 0,1 0 0,0-1 0,0 1 0,-1-1 0,1 1 0,1-1 0,-1 1 0,0-1 0,0 0 0,4 1 0,-6-2-35,1 0-1,0 0 0,-1 1 0,1-1 1,-1 0-1,1 0 0,0 0 0,-1 0 1,1 0-1,0-1 0,-1 1 0,1 0 1,0 0-1,-1 0 0,1 0 0,-1-1 1,1 1-1,-1 0 0,1-1 0,0 1 1,-1 0-1,1-1 0,-1 1 1,0-1-1,1 1 0,0-2 0,8-19-54,-5-27-178,-4 44 225,1-15-61,-1 3 5,1 1-1,-2 0 1,0-1-1,-4-18 1,4 30 91,0 0 0,0-1 0,-1 1 0,0 0 0,0 0 0,0 0 0,0 0 0,-1 0 0,1 1 0,-1-1 0,0 1 0,0 0-1,0 0 1,-1 0 0,1 0 0,-1 0 0,0 1 0,-7-5 0,-11-6 221,17 10-169,1 0 0,-1 0 0,0 0 0,-1 1-1,-8-4 1,13 7-73,1-1 0,-1 0 0,0 0 0,1 0 0,-1 0 0,1 0 1,-1 1-1,0-1 0,1 0 0,-1 0 0,1 1 0,-1-1 0,1 1 0,-1-1 0,1 0 0,-1 1 0,1-1 0,0 1 0,-1-1 0,1 1 0,-1-1 0,1 1 0,0-1 0,0 1 0,-1-1 0,1 1 0,0 0 0,0-1 0,0 1 0,-1-1 0,1 1 0,0 0 0,0-1 0,0 1 0,0 1 0,-1 28 235,1-26-195,0 17 110,4 119 829,-4-137-961,1 0-1,0 0 0,0 0 1,0 0-1,1-1 1,-1 1-1,0 0 1,1 0-1,0-1 1,0 1-1,0-1 1,0 0-1,0 1 0,0-1 1,0 0-1,1 0 1,-1 0-1,1 0 1,0-1-1,-1 1 1,1-1-1,0 0 1,0 0-1,0 0 0,5 1 1,-4-1 3,-1 0 0,1 0 0,-1 0 0,1-1 0,0 0 0,-1 1 0,1-1 0,-1-1 0,1 1 0,0 0 0,-1-1 0,1 0 0,-1 0 0,1 0 0,-1 0 0,1-1 0,-1 1 0,0-1 0,0 0 0,0 0 0,5-4 0,-7 5-19,-1 1-1,1-1 1,-1 0-1,1 0 1,-1 1-1,0-1 1,1 0-1,-1 0 1,0 0 0,1 1-1,-1-1 1,0 0-1,0 0 1,0 0-1,0 0 1,0 0-1,0 0 1,0 1 0,0-1-1,0 0 1,0 0-1,-1 0 1,1 0-1,0 1 1,-1-1-1,1 0 1,0 0 0,-1 0-1,1 1 1,-1-1-1,1 0 1,-1 1-1,1-1 1,-1 0-1,-1 0 1,-30-27 383,15 15-228,-23-29-860,30 33-2997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19:24:39.772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79 133 23513,'-79'-131'0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19:24:50.201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1 389 24536,'77'434'0,"52"-1257"0,-335 1212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19:24:57.623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158 0 24509,'-158'97'0,"721"-97"0,-406-97 0,-719 97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19:25:03.288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0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19:25:21.255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0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19:26:23.120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1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19:26:48.772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93D7F-0685-4CA6-AD05-43CD15D1F9A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0153DC-0C54-4ED9-A4C2-3F92D44046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696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0153DC-0C54-4ED9-A4C2-3F92D440462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829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E109A-F8C3-8F2D-F423-764F17FA41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A03798-05FE-647C-CD41-C1C92DF38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C391D-9E90-7758-F3F0-B1AA1B24A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B8C4A-DBD0-4FDB-96AA-595F8CA73AB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9DD7F-D0E7-A713-6249-8C21DD983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85CAC-39B4-5802-EB03-2CE791FBF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E98A-29F9-4BDC-89A7-D11385DCF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677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353A9-02E8-957C-58D5-FEEA8A630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E51A1-9E00-3732-5268-DF9E7E1FD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B63C3-E94E-23DD-06D4-23FCA24DA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B8C4A-DBD0-4FDB-96AA-595F8CA73AB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F02EE-801D-196E-375F-37FC9F8A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298F1-0E40-F020-069C-6473E82C2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E98A-29F9-4BDC-89A7-D11385DCF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357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535E4-C66A-D182-799A-C568D5C78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193D5-A3B3-F145-5CA7-178DAEB61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ADC0F-E39B-2A3A-7190-9ED6A257F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B8C4A-DBD0-4FDB-96AA-595F8CA73AB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3874E-9663-5927-522E-7DD5F4409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12535-E471-B0CB-32DE-F25952124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E98A-29F9-4BDC-89A7-D11385DCF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671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599AD-1BAE-47FF-7720-D9356EAF0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8A51D-4059-FB5A-E222-BEC5CFA810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681DD-B64D-24E0-A2F3-AECB1B8A5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72DA3-E660-182E-E93A-FC1DA7183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B8C4A-DBD0-4FDB-96AA-595F8CA73AB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D5582-0DEF-80A3-2243-2DF904EAD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8D50E5-1359-B169-B92E-1FBE43DA7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E98A-29F9-4BDC-89A7-D11385DCF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708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16418-7950-A486-1669-7A2A91DAE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69C32-BA9C-1AEC-E026-857D528B0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62D94-5518-29BD-5E07-55A0F720E2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9B09A-1926-E70C-4A36-BA6D3FFF66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E95DC8-FC80-8C27-1292-8C03306741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827218-C5F5-7D2C-3B5F-6C940ECA5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B8C4A-DBD0-4FDB-96AA-595F8CA73AB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4DD33C-AE2A-BFB8-8F14-751550581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A87665-461E-F8AB-1756-3E5E0C309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E98A-29F9-4BDC-89A7-D11385DCF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818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DAE4B-BFF4-3257-271B-F2A69AD8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035D6E-762F-1D1C-FBA2-A747876E4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B8C4A-DBD0-4FDB-96AA-595F8CA73AB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EA2B84-592B-63FF-B8E1-DFC0752A8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D619F-8BEA-5625-AB83-327D61EDF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E98A-29F9-4BDC-89A7-D11385DCF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556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626C77-CA8C-DA0C-D499-5CB0AD2C8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B8C4A-DBD0-4FDB-96AA-595F8CA73AB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0F5133-8ADA-2690-5A94-60AC3156B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1D2EC-9094-1F7F-A33A-E3A0C279A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E98A-29F9-4BDC-89A7-D11385DCF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318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564BB-C1C8-2F0E-DFAF-8C293817C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1F97D-AFCA-0AF0-DFDE-0FAD8E7CF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F330B3-C773-26BC-CD1F-FBA866175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EB75C-6F83-99F5-CF16-FF8A36D92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B8C4A-DBD0-4FDB-96AA-595F8CA73AB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1C9C8-F0DE-996A-4B8B-06AF6B795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9F9E95-A1EF-CC04-FD83-B2711C33B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E98A-29F9-4BDC-89A7-D11385DCF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11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582C-0E7B-87F1-635A-1FC41304D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4AC599-AC5E-6917-52E7-A55B253C78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51189-E1AB-0D2A-DAB4-0527D49928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E0AD6-D0C4-BC0A-8FB5-DA874DED6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B8C4A-DBD0-4FDB-96AA-595F8CA73AB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433FA-37E2-FBE2-DE17-941B109CD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58E15-96F7-3B7B-39FF-E62347A5C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E98A-29F9-4BDC-89A7-D11385DCF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39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FE944-D8AC-CC78-261F-985214F47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199F32-0DDC-72C4-FD7F-02C7605F97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D4207-569A-EE38-B804-455BFD0EC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B8C4A-DBD0-4FDB-96AA-595F8CA73AB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2048D-2C74-A7A1-7E64-EF319A423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DE5AE-685E-D387-DC99-77E511AFE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E98A-29F9-4BDC-89A7-D11385DCF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23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BF49CB-F31C-6D21-8773-DF15F7EBBE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CDD184-4D2F-62D7-C8BA-CF88AAB000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40502-F171-CF6B-FCA6-FF6154B82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B8C4A-DBD0-4FDB-96AA-595F8CA73AB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9ACEE-A455-02CE-0FD4-8875CA210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87EF1-B286-764A-9AD4-358358161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E98A-29F9-4BDC-89A7-D11385DCF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871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9A3376-EC3A-5678-949E-E8C9FE077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A409D-CE6A-3DCF-737C-485577EB5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625CF-6C67-9F1B-3613-34920C6A75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B8C4A-DBD0-4FDB-96AA-595F8CA73AB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C9E97-EAA1-2A33-D327-B29E472207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6A540-1B9D-022B-CE33-9D4E9BC82B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78E98A-29F9-4BDC-89A7-D11385DCF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372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sv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customXml" Target="../ink/ink6.xml"/><Relationship Id="rId18" Type="http://schemas.openxmlformats.org/officeDocument/2006/relationships/image" Target="../media/image12.png"/><Relationship Id="rId7" Type="http://schemas.openxmlformats.org/officeDocument/2006/relationships/customXml" Target="../ink/ink3.xml"/><Relationship Id="rId12" Type="http://schemas.openxmlformats.org/officeDocument/2006/relationships/image" Target="../media/image21.png"/><Relationship Id="rId17" Type="http://schemas.openxmlformats.org/officeDocument/2006/relationships/customXml" Target="../ink/ink9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20.png"/><Relationship Id="rId4" Type="http://schemas.openxmlformats.org/officeDocument/2006/relationships/image" Target="../media/image17.png"/><Relationship Id="rId9" Type="http://schemas.openxmlformats.org/officeDocument/2006/relationships/customXml" Target="../ink/ink4.xml"/><Relationship Id="rId1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98;p1">
            <a:extLst>
              <a:ext uri="{FF2B5EF4-FFF2-40B4-BE49-F238E27FC236}">
                <a16:creationId xmlns:a16="http://schemas.microsoft.com/office/drawing/2014/main" id="{C32F118F-E352-50C9-1B5C-BF8D6869BCE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7F941C-EBDA-DC04-D0E6-960F582B782E}"/>
              </a:ext>
            </a:extLst>
          </p:cNvPr>
          <p:cNvSpPr txBox="1"/>
          <p:nvPr/>
        </p:nvSpPr>
        <p:spPr>
          <a:xfrm>
            <a:off x="7832750" y="5104944"/>
            <a:ext cx="37223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Presented by : </a:t>
            </a:r>
            <a:r>
              <a:rPr lang="en-IN" b="1" dirty="0" smtClean="0"/>
              <a:t>Chauhan </a:t>
            </a:r>
            <a:r>
              <a:rPr lang="en-IN" b="1" dirty="0" err="1" smtClean="0"/>
              <a:t>chayan</a:t>
            </a:r>
            <a:r>
              <a:rPr lang="en-IN" b="1" dirty="0" smtClean="0"/>
              <a:t> Batch </a:t>
            </a:r>
            <a:r>
              <a:rPr lang="en-IN" b="1" dirty="0"/>
              <a:t>No : 450</a:t>
            </a:r>
          </a:p>
          <a:p>
            <a:r>
              <a:rPr lang="en-IN" b="1" dirty="0"/>
              <a:t>INNOMATICS RESEARCH LABS,</a:t>
            </a:r>
          </a:p>
          <a:p>
            <a:r>
              <a:rPr lang="en-IN" b="1" dirty="0"/>
              <a:t>DILSUKHNAGAR, HYDERABAD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510D26-5B1F-977A-0D10-A949C70BA918}"/>
              </a:ext>
            </a:extLst>
          </p:cNvPr>
          <p:cNvSpPr txBox="1"/>
          <p:nvPr/>
        </p:nvSpPr>
        <p:spPr>
          <a:xfrm>
            <a:off x="2862923" y="3905886"/>
            <a:ext cx="64649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 smtClean="0"/>
              <a:t>Maths using Hand </a:t>
            </a:r>
            <a:r>
              <a:rPr lang="en-IN" sz="4400" b="1" dirty="0"/>
              <a:t>Gesture</a:t>
            </a:r>
          </a:p>
        </p:txBody>
      </p:sp>
    </p:spTree>
    <p:extLst>
      <p:ext uri="{BB962C8B-B14F-4D97-AF65-F5344CB8AC3E}">
        <p14:creationId xmlns:p14="http://schemas.microsoft.com/office/powerpoint/2010/main" val="3295004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31FF4-CFE8-32A9-006C-78755E19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51" y="-10768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AGENDA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35B2F70-3E79-D7F3-C9CA-2163A2FD52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992" y="678271"/>
            <a:ext cx="4539917" cy="4989847"/>
          </a:xfrm>
          <a:prstGeom prst="rect">
            <a:avLst/>
          </a:prstGeom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522514" y="845780"/>
            <a:ext cx="4795935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40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Introduction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Problem Statement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Proposed Solution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Objectives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Technologies Used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System Architecture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Working Process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Features &amp; Advantages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Future Scope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Demo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Conclusion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Limitations </a:t>
            </a:r>
          </a:p>
        </p:txBody>
      </p:sp>
    </p:spTree>
    <p:extLst>
      <p:ext uri="{BB962C8B-B14F-4D97-AF65-F5344CB8AC3E}">
        <p14:creationId xmlns:p14="http://schemas.microsoft.com/office/powerpoint/2010/main" val="1070275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B7A3-6D51-ED7B-4023-570900E8E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  <a:latin typeface="+mn-lt"/>
              </a:rPr>
              <a:t>CRISP-ML(Q)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F200C-DFCD-B973-6305-E2DB5A34F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784" y="1690688"/>
            <a:ext cx="11143077" cy="491538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1800" b="1" dirty="0"/>
              <a:t>A Standardized Framework:</a:t>
            </a:r>
            <a:r>
              <a:rPr lang="en-US" sz="1800" dirty="0"/>
              <a:t> It stands for Cross-Industry Standard Process for Machine Learning with Quality Assurance.</a:t>
            </a:r>
          </a:p>
          <a:p>
            <a:pPr>
              <a:lnSpc>
                <a:spcPct val="120000"/>
              </a:lnSpc>
            </a:pPr>
            <a:r>
              <a:rPr lang="en-US" sz="1800" b="1" dirty="0"/>
              <a:t>Lifecycle Management:</a:t>
            </a:r>
            <a:r>
              <a:rPr lang="en-US" sz="1800" dirty="0"/>
              <a:t> It provides a systematic, six-step approach to ensure that Machine Learning projects are reliable, high-quality, and meets business objectives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Business &amp; Data Understanding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Data Preparation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Modelling &amp; Logic Design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Evaluation &amp; Quality Assurance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Deployment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Monitoring and Maintenance</a:t>
            </a:r>
            <a:endParaRPr lang="en-US" sz="1800" b="1" dirty="0"/>
          </a:p>
          <a:p>
            <a:pPr marL="0" indent="0">
              <a:buNone/>
            </a:pPr>
            <a:r>
              <a:rPr lang="en-US" sz="1800" dirty="0"/>
              <a:t>     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787056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F8238-B9B2-525F-1BD0-A18FE6D83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INTRODUCTION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5C0E11-F1E6-2D71-BFCB-5A44B12BF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660" y="1412404"/>
            <a:ext cx="3923440" cy="3467584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D6C7FD27-B040-BE51-1731-88ED8D0E7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035451C5-BC48-950D-041D-3A36A5269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082" y="290204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E89ABA-A896-3893-61CA-67FD742BD1EC}"/>
              </a:ext>
            </a:extLst>
          </p:cNvPr>
          <p:cNvSpPr txBox="1"/>
          <p:nvPr/>
        </p:nvSpPr>
        <p:spPr>
          <a:xfrm>
            <a:off x="2865748" y="384613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 rot="10800000" flipV="1">
            <a:off x="597816" y="1412404"/>
            <a:ext cx="7021110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Mathematics problem solving using keyboard or paper is sometimes slow and difficult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Gesture-based technology provides a modern and easy way of input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This system uses a camera to capture hand movements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Users can draw math problems in the air using gestures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drawn problem is processed and sent to AI for solving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It makes learning faster, interactive, and touchless </a:t>
            </a:r>
          </a:p>
        </p:txBody>
      </p:sp>
    </p:spTree>
    <p:extLst>
      <p:ext uri="{BB962C8B-B14F-4D97-AF65-F5344CB8AC3E}">
        <p14:creationId xmlns:p14="http://schemas.microsoft.com/office/powerpoint/2010/main" val="2529630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01C1D-945B-0639-1938-8E000D478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08" y="2889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PROBLEM STATEMENT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84DC1-18CE-0D87-439E-31D3AFA55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304" y="1532047"/>
            <a:ext cx="9511757" cy="4794109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600" b="1" dirty="0" smtClean="0"/>
              <a:t>Problem </a:t>
            </a:r>
            <a:r>
              <a:rPr lang="en-US" sz="2600" b="1" dirty="0"/>
              <a:t>Statement</a:t>
            </a:r>
            <a:r>
              <a:rPr lang="en-US" sz="2600" b="1" dirty="0" smtClean="0"/>
              <a:t>:</a:t>
            </a:r>
            <a:endParaRPr lang="en-US" sz="26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Entering mathematical expressions using keyboard is difficult and time-consuming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Not all devices support easy math input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Manual solving of problems takes more time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Existing systems are not interactive or user-friendly </a:t>
            </a:r>
            <a:endParaRPr lang="en-US" sz="26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sz="26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600" b="1" dirty="0" smtClean="0"/>
              <a:t>Proposed </a:t>
            </a:r>
            <a:r>
              <a:rPr lang="en-US" sz="2600" b="1" dirty="0"/>
              <a:t>Solution: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Use hand gestures to input mathematical problems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Camera captures and tracks hand movements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Drawn expressions are processed on a digital canvas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AI model solves the problem and displays the result instantly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FD73C16-B7F5-E421-CA7C-76D71E480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863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F6F0D-CFA8-0165-3529-691FF00B5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PROBLEM OBJECTIVE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CCD5AE-CCC9-5473-E4B5-B955DF3BBF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4893" y="2001167"/>
            <a:ext cx="7811278" cy="2599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To develop a system that can recognize hand gestures for math input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To provide real-time solving of mathematical problems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To create an easy and user-friendly interface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To integrate AI for automatic problem solving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To make learning faster and more interactive 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24597E2-58CF-4B53-5CC5-9E8474B11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682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63EAAA1F-E17C-31E7-81F0-4FA07648C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30" y="14895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4FB2FCA3-BBBB-9958-075E-D907F0CB9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194" y="87371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AA82CEDB-EE0C-6BAA-7EEB-BB23C08A2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938" y="36214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9263" y="1570321"/>
            <a:ext cx="2972543" cy="455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789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007BE-0705-6EFE-EDD5-ACEF6F973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45" y="249614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 smtClean="0">
                <a:solidFill>
                  <a:srgbClr val="FF0000"/>
                </a:solidFill>
                <a:latin typeface="+mn-lt"/>
              </a:rPr>
              <a:t>Libraries </a:t>
            </a:r>
            <a:r>
              <a:rPr lang="en-IN" sz="4000" b="1" dirty="0">
                <a:solidFill>
                  <a:srgbClr val="FF0000"/>
                </a:solidFill>
                <a:latin typeface="+mn-lt"/>
              </a:rPr>
              <a:t>&amp; Tools </a:t>
            </a:r>
            <a:r>
              <a:rPr lang="en-IN" sz="4000" b="1" dirty="0" smtClean="0">
                <a:solidFill>
                  <a:srgbClr val="FF0000"/>
                </a:solidFill>
                <a:latin typeface="+mn-lt"/>
              </a:rPr>
              <a:t>used</a:t>
            </a:r>
            <a:endParaRPr lang="en-IN" sz="40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78424-B0A1-9717-49D2-D88070ED9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45" y="1679221"/>
            <a:ext cx="6664943" cy="444454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b="1" dirty="0" err="1" smtClean="0"/>
              <a:t>OpenCV</a:t>
            </a:r>
            <a:r>
              <a:rPr lang="en-IN" sz="2400" dirty="0" smtClean="0"/>
              <a:t> – for image processing and camera handling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 err="1" smtClean="0"/>
              <a:t>cvzone</a:t>
            </a:r>
            <a:r>
              <a:rPr lang="en-IN" sz="2400" dirty="0" smtClean="0"/>
              <a:t> – for hand tracking and gesture detection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 err="1" smtClean="0"/>
              <a:t>NumPy</a:t>
            </a:r>
            <a:r>
              <a:rPr lang="en-IN" sz="2400" b="1" dirty="0" smtClean="0"/>
              <a:t> </a:t>
            </a:r>
            <a:r>
              <a:rPr lang="en-IN" sz="2400" dirty="0" smtClean="0"/>
              <a:t>– for array operations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 smtClean="0"/>
              <a:t>PIL</a:t>
            </a:r>
            <a:r>
              <a:rPr lang="en-IN" sz="2400" dirty="0" smtClean="0"/>
              <a:t> (Python Imaging Library) – for image conversion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 err="1" smtClean="0"/>
              <a:t>Streamlit</a:t>
            </a:r>
            <a:r>
              <a:rPr lang="en-IN" sz="2400" dirty="0" smtClean="0"/>
              <a:t> – for user interface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 smtClean="0"/>
              <a:t>Google Gemini API </a:t>
            </a:r>
            <a:r>
              <a:rPr lang="en-IN" sz="2400" dirty="0" smtClean="0"/>
              <a:t>– for solving math problems using AI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i="1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E855861-0B53-1125-5A3A-7CD930E4B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593312" y="945918"/>
            <a:ext cx="2158739" cy="186650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2EFA7E1-5103-F63F-696D-E88170F7F0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917079" y="-618911"/>
            <a:ext cx="6204786" cy="43881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5456" y="3901494"/>
            <a:ext cx="1668031" cy="105349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93312" y="3846691"/>
            <a:ext cx="1699397" cy="158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265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57754-3697-45BA-F70C-AE72FCC0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+mn-lt"/>
              </a:rPr>
              <a:t>SYSTEM ARCHITECTURE &amp; WORKFLOW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4162" y="1101011"/>
            <a:ext cx="8479331" cy="561702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Step 1:</a:t>
            </a:r>
            <a:r>
              <a:rPr lang="en-US" dirty="0"/>
              <a:t> The camera captures real-time video input </a:t>
            </a:r>
            <a:r>
              <a:rPr lang="en-US" i="1" dirty="0"/>
              <a:t>(Input </a:t>
            </a:r>
            <a:r>
              <a:rPr lang="en-US" i="1" dirty="0" smtClean="0"/>
              <a:t>Layer)</a:t>
            </a:r>
            <a:endParaRPr lang="en-US" dirty="0" smtClean="0"/>
          </a:p>
          <a:p>
            <a:r>
              <a:rPr lang="en-US" b="1" dirty="0" smtClean="0"/>
              <a:t>Step </a:t>
            </a:r>
            <a:r>
              <a:rPr lang="en-US" b="1" dirty="0"/>
              <a:t>2:</a:t>
            </a:r>
            <a:r>
              <a:rPr lang="en-US" dirty="0"/>
              <a:t> The system detects the hand and tracks finger positions </a:t>
            </a:r>
            <a:r>
              <a:rPr lang="en-US" i="1" dirty="0"/>
              <a:t>(Processing </a:t>
            </a:r>
            <a:r>
              <a:rPr lang="en-US" i="1" dirty="0" smtClean="0"/>
              <a:t>Layer)</a:t>
            </a:r>
            <a:endParaRPr lang="en-US" dirty="0" smtClean="0"/>
          </a:p>
          <a:p>
            <a:r>
              <a:rPr lang="en-US" b="1" dirty="0" smtClean="0"/>
              <a:t>Step </a:t>
            </a:r>
            <a:r>
              <a:rPr lang="en-US" b="1" dirty="0"/>
              <a:t>3:</a:t>
            </a:r>
            <a:r>
              <a:rPr lang="en-US" dirty="0"/>
              <a:t> Gesture recognition identifies drawing movements </a:t>
            </a:r>
            <a:r>
              <a:rPr lang="en-US" i="1" dirty="0"/>
              <a:t>(Processing </a:t>
            </a:r>
            <a:r>
              <a:rPr lang="en-US" i="1" dirty="0" smtClean="0"/>
              <a:t>Layer)</a:t>
            </a:r>
            <a:endParaRPr lang="en-US" dirty="0" smtClean="0"/>
          </a:p>
          <a:p>
            <a:r>
              <a:rPr lang="en-US" b="1" dirty="0" smtClean="0"/>
              <a:t>Step </a:t>
            </a:r>
            <a:r>
              <a:rPr lang="en-US" b="1" dirty="0"/>
              <a:t>4:</a:t>
            </a:r>
            <a:r>
              <a:rPr lang="en-US" dirty="0"/>
              <a:t> A virtual canvas is created to display the drawing </a:t>
            </a:r>
            <a:r>
              <a:rPr lang="en-US" i="1" dirty="0"/>
              <a:t>(Application </a:t>
            </a:r>
            <a:r>
              <a:rPr lang="en-US" i="1" dirty="0" smtClean="0"/>
              <a:t>Layer)</a:t>
            </a:r>
            <a:endParaRPr lang="en-US" dirty="0" smtClean="0"/>
          </a:p>
          <a:p>
            <a:r>
              <a:rPr lang="en-US" b="1" dirty="0" smtClean="0"/>
              <a:t>Step </a:t>
            </a:r>
            <a:r>
              <a:rPr lang="en-US" b="1" dirty="0"/>
              <a:t>5:</a:t>
            </a:r>
            <a:r>
              <a:rPr lang="en-US" dirty="0"/>
              <a:t> The user writes mathematical expressions using gestures </a:t>
            </a:r>
            <a:r>
              <a:rPr lang="en-US" i="1" dirty="0"/>
              <a:t>(User Interaction </a:t>
            </a:r>
            <a:r>
              <a:rPr lang="en-US" i="1" dirty="0" smtClean="0"/>
              <a:t>Layer)</a:t>
            </a:r>
            <a:endParaRPr lang="en-US" dirty="0" smtClean="0"/>
          </a:p>
          <a:p>
            <a:r>
              <a:rPr lang="en-US" b="1" dirty="0" smtClean="0"/>
              <a:t>Step </a:t>
            </a:r>
            <a:r>
              <a:rPr lang="en-US" b="1" dirty="0"/>
              <a:t>6:</a:t>
            </a:r>
            <a:r>
              <a:rPr lang="en-US" dirty="0"/>
              <a:t> A specific gesture is used to trigger the processing </a:t>
            </a:r>
            <a:r>
              <a:rPr lang="en-US" i="1" dirty="0"/>
              <a:t>(Control </a:t>
            </a:r>
            <a:r>
              <a:rPr lang="en-US" i="1" dirty="0" smtClean="0"/>
              <a:t>Layer)</a:t>
            </a:r>
            <a:endParaRPr lang="en-US" dirty="0" smtClean="0"/>
          </a:p>
          <a:p>
            <a:r>
              <a:rPr lang="en-US" b="1" dirty="0" smtClean="0"/>
              <a:t>Step </a:t>
            </a:r>
            <a:r>
              <a:rPr lang="en-US" b="1" dirty="0"/>
              <a:t>7:</a:t>
            </a:r>
            <a:r>
              <a:rPr lang="en-US" dirty="0"/>
              <a:t> The drawn image is converted into a suitable format </a:t>
            </a:r>
            <a:r>
              <a:rPr lang="en-US" i="1" dirty="0"/>
              <a:t>(Processing </a:t>
            </a:r>
            <a:r>
              <a:rPr lang="en-US" i="1" dirty="0" smtClean="0"/>
              <a:t>Layer)</a:t>
            </a:r>
            <a:endParaRPr lang="en-US" dirty="0" smtClean="0"/>
          </a:p>
          <a:p>
            <a:r>
              <a:rPr lang="en-US" b="1" dirty="0" smtClean="0"/>
              <a:t>Step </a:t>
            </a:r>
            <a:r>
              <a:rPr lang="en-US" b="1" dirty="0"/>
              <a:t>8:</a:t>
            </a:r>
            <a:r>
              <a:rPr lang="en-US" dirty="0"/>
              <a:t> The image is sent to Google Gemini API </a:t>
            </a:r>
            <a:r>
              <a:rPr lang="en-US" i="1" dirty="0"/>
              <a:t>(AI Processing </a:t>
            </a:r>
            <a:r>
              <a:rPr lang="en-US" i="1" dirty="0" smtClean="0"/>
              <a:t>Layer)</a:t>
            </a:r>
            <a:endParaRPr lang="en-US" dirty="0" smtClean="0"/>
          </a:p>
          <a:p>
            <a:r>
              <a:rPr lang="en-US" b="1" dirty="0" smtClean="0"/>
              <a:t>Step </a:t>
            </a:r>
            <a:r>
              <a:rPr lang="en-US" b="1" dirty="0"/>
              <a:t>9:</a:t>
            </a:r>
            <a:r>
              <a:rPr lang="en-US" dirty="0"/>
              <a:t> The AI processes the input and displays the result </a:t>
            </a:r>
            <a:r>
              <a:rPr lang="en-US" i="1" dirty="0"/>
              <a:t>(Output Layer)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6950" y="1240971"/>
            <a:ext cx="3343742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887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40FC0-7A1C-F136-F6A9-95BD519E0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966" y="68191"/>
            <a:ext cx="7014328" cy="728384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+mn-lt"/>
              </a:rPr>
              <a:t>KEY FEATURES &amp; GESTURE LOGIC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974" y="1903418"/>
            <a:ext cx="6001588" cy="31817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70" y="696814"/>
            <a:ext cx="3781953" cy="604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165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3FF19-87EF-0BDC-F9A8-F93254F43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018" y="242577"/>
            <a:ext cx="6514707" cy="64354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+mn-lt"/>
              </a:rPr>
              <a:t>PROJECT OUTPUT</a:t>
            </a:r>
            <a:endParaRPr lang="en-IN" sz="4000" b="1" dirty="0">
              <a:solidFill>
                <a:srgbClr val="FF0000"/>
              </a:solidFill>
              <a:latin typeface="+mn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B74AF13-B56A-CA78-2C08-308855B16743}"/>
                  </a:ext>
                </a:extLst>
              </p14:cNvPr>
              <p14:cNvContentPartPr/>
              <p14:nvPr/>
            </p14:nvContentPartPr>
            <p14:xfrm rot="-11261823">
              <a:off x="1594918" y="6212319"/>
              <a:ext cx="36748" cy="233652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B74AF13-B56A-CA78-2C08-308855B167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-11261823">
                <a:off x="1577079" y="6194318"/>
                <a:ext cx="72069" cy="2692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6E8F9AD-5FEE-0EF7-0D6F-B05C2FA974B6}"/>
                  </a:ext>
                </a:extLst>
              </p14:cNvPr>
              <p14:cNvContentPartPr/>
              <p14:nvPr/>
            </p14:nvContentPartPr>
            <p14:xfrm>
              <a:off x="1583592" y="6457305"/>
              <a:ext cx="70920" cy="1162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6E8F9AD-5FEE-0EF7-0D6F-B05C2FA974B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65592" y="6439665"/>
                <a:ext cx="10656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E0FDD29-5D09-FEE1-EC55-1DABD8DA973B}"/>
                  </a:ext>
                </a:extLst>
              </p14:cNvPr>
              <p14:cNvContentPartPr/>
              <p14:nvPr/>
            </p14:nvContentPartPr>
            <p14:xfrm>
              <a:off x="1583592" y="6532545"/>
              <a:ext cx="28440" cy="475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E0FDD29-5D09-FEE1-EC55-1DABD8DA973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79272" y="6528225"/>
                <a:ext cx="3708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332E2ED-12DF-BC56-8D21-FBD338815585}"/>
                  </a:ext>
                </a:extLst>
              </p14:cNvPr>
              <p14:cNvContentPartPr/>
              <p14:nvPr/>
            </p14:nvContentPartPr>
            <p14:xfrm rot="-450826">
              <a:off x="1589209" y="6205592"/>
              <a:ext cx="74806" cy="296426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332E2ED-12DF-BC56-8D21-FBD33881558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 rot="-450826">
                <a:off x="1584893" y="6200915"/>
                <a:ext cx="83437" cy="3050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BB60158-D77E-693F-8DF4-8FF219A2F41F}"/>
                  </a:ext>
                </a:extLst>
              </p14:cNvPr>
              <p14:cNvContentPartPr/>
              <p14:nvPr/>
            </p14:nvContentPartPr>
            <p14:xfrm>
              <a:off x="1605239" y="6571715"/>
              <a:ext cx="259466" cy="350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BB60158-D77E-693F-8DF4-8FF219A2F41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00921" y="6567378"/>
                <a:ext cx="268103" cy="437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B65995E-C0B9-F126-9755-CFF569F5FB81}"/>
                  </a:ext>
                </a:extLst>
              </p14:cNvPr>
              <p14:cNvContentPartPr/>
              <p14:nvPr/>
            </p14:nvContentPartPr>
            <p14:xfrm>
              <a:off x="1960872" y="6607785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B65995E-C0B9-F126-9755-CFF569F5FB8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956552" y="6603465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B160B33-8FD7-0111-2574-F9C885B4A8F8}"/>
                  </a:ext>
                </a:extLst>
              </p14:cNvPr>
              <p14:cNvContentPartPr/>
              <p14:nvPr/>
            </p14:nvContentPartPr>
            <p14:xfrm>
              <a:off x="-1018128" y="4458585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B160B33-8FD7-0111-2574-F9C885B4A8F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-1022448" y="4454265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6896B67-8C3E-E265-6D74-32829EEB0805}"/>
                  </a:ext>
                </a:extLst>
              </p14:cNvPr>
              <p14:cNvContentPartPr/>
              <p14:nvPr/>
            </p14:nvContentPartPr>
            <p14:xfrm>
              <a:off x="-1075008" y="5080665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6896B67-8C3E-E265-6D74-32829EEB080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-1079328" y="5076345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9BB5BBC-433D-AC32-9A78-DAEB063FA4AB}"/>
                  </a:ext>
                </a:extLst>
              </p14:cNvPr>
              <p14:cNvContentPartPr/>
              <p14:nvPr/>
            </p14:nvContentPartPr>
            <p14:xfrm>
              <a:off x="-433848" y="4015785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9BB5BBC-433D-AC32-9A78-DAEB063FA4A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-438168" y="4011465"/>
                <a:ext cx="9000" cy="9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75869" y="886120"/>
            <a:ext cx="10040261" cy="575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053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DE1F5-449C-FFB0-C9E7-5907AFF4B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+mn-lt"/>
              </a:rPr>
              <a:t>CHALLENGES &amp; CONSTRAINTS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66531" y="1342584"/>
            <a:ext cx="814562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Accurate hand detection is difficult in low lighting conditions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Background noise can affect gesture recognition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Requires a good quality camera for better performance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Continuous API usage may cause quota limitations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Internet connection is required for AI processing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Complex or unclear handwriting may reduce accuracy </a:t>
            </a:r>
          </a:p>
        </p:txBody>
      </p:sp>
    </p:spTree>
    <p:extLst>
      <p:ext uri="{BB962C8B-B14F-4D97-AF65-F5344CB8AC3E}">
        <p14:creationId xmlns:p14="http://schemas.microsoft.com/office/powerpoint/2010/main" val="2574936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849FD-9C7B-AD66-D0BF-FE9A7155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+mn-lt"/>
              </a:rPr>
              <a:t>FUTURE SCOPE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73225" y="1615400"/>
            <a:ext cx="1107543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Multi-Gesture Interaction: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Implement multiple gesture combinations to perform advanced actions like erase, solve, and navigate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Advanced Math Recognition: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Improve the system to recognize complex equations like integrals, matrices, and graphs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Offline AI Integration: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Develop an offline version to reduce dependency on internet and API limitations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Mobile Application Development: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Convert the system into a mobile app for easy access and portability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Voice + Gesture Control: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Combine voice commands with gestures for better interaction and flexibility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Adaptive Learning System: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Use AI to adapt to different handwriting styles, user behavior, and environmental conditions </a:t>
            </a:r>
          </a:p>
        </p:txBody>
      </p:sp>
    </p:spTree>
    <p:extLst>
      <p:ext uri="{BB962C8B-B14F-4D97-AF65-F5344CB8AC3E}">
        <p14:creationId xmlns:p14="http://schemas.microsoft.com/office/powerpoint/2010/main" val="269916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9DCF5-BA95-0480-19C2-68F98E09E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+mn-lt"/>
              </a:rPr>
              <a:t>CONCLUSION</a:t>
            </a:r>
            <a:endParaRPr lang="en-IN" sz="40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32966" y="1690688"/>
            <a:ext cx="10661133" cy="3303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Maths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Gesture system introduces a smart and touchless approach for solving mathematical problems using hand gestures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It combines computer vision and AI to deliver real-time, efficient, and interactive solutions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system enhances user experience by simplifying input methods and reducing dependency on traditional tools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Overall, it demonstrates strong potential for future applications in education and intelligent human-computer interaction </a:t>
            </a:r>
          </a:p>
        </p:txBody>
      </p:sp>
    </p:spTree>
    <p:extLst>
      <p:ext uri="{BB962C8B-B14F-4D97-AF65-F5344CB8AC3E}">
        <p14:creationId xmlns:p14="http://schemas.microsoft.com/office/powerpoint/2010/main" val="3498309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902</TotalTime>
  <Words>634</Words>
  <Application>Microsoft Office PowerPoint</Application>
  <PresentationFormat>Widescreen</PresentationFormat>
  <Paragraphs>103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Libre Baskerville</vt:lpstr>
      <vt:lpstr>Wingdings</vt:lpstr>
      <vt:lpstr>Office Theme</vt:lpstr>
      <vt:lpstr>PowerPoint Presentation</vt:lpstr>
      <vt:lpstr>AGENDA</vt:lpstr>
      <vt:lpstr>CRISP-ML(Q)</vt:lpstr>
      <vt:lpstr>INTRODUCTION</vt:lpstr>
      <vt:lpstr>PROBLEM STATEMENT</vt:lpstr>
      <vt:lpstr>PROBLEM OBJECTIVE</vt:lpstr>
      <vt:lpstr>Libraries &amp; Tools used</vt:lpstr>
      <vt:lpstr>SYSTEM ARCHITECTURE &amp; WORKFLOW</vt:lpstr>
      <vt:lpstr>KEY FEATURES &amp; GESTURE LOGIC</vt:lpstr>
      <vt:lpstr>PROJECT OUTPUT</vt:lpstr>
      <vt:lpstr>CHALLENGES &amp; CONSTRAINTS</vt:lpstr>
      <vt:lpstr>FUTURE SCOPE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GILAKATHULA RAKESH</dc:creator>
  <cp:lastModifiedBy>hp</cp:lastModifiedBy>
  <cp:revision>21</cp:revision>
  <dcterms:created xsi:type="dcterms:W3CDTF">2026-02-19T20:29:18Z</dcterms:created>
  <dcterms:modified xsi:type="dcterms:W3CDTF">2026-04-08T16:41:48Z</dcterms:modified>
</cp:coreProperties>
</file>